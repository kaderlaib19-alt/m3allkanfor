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8"/>
  </p:notesMasterIdLst>
  <p:sldIdLst>
    <p:sldId id="256" r:id="rId2"/>
    <p:sldId id="266" r:id="rId3"/>
    <p:sldId id="262" r:id="rId4"/>
    <p:sldId id="263" r:id="rId5"/>
    <p:sldId id="264" r:id="rId6"/>
    <p:sldId id="265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Style à thème 1 - Accentuation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D7AC3CCA-C797-4891-BE02-D94E43425B78}" styleName="Style moye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91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E16285-A518-4444-8FC1-FCD89CB08E62}" type="datetimeFigureOut">
              <a:rPr lang="fr-FR" smtClean="0"/>
              <a:t>27/11/2024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B62A12-9EA1-40A2-B815-E6536F5F9D9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1869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22CAA646-EF72-4E93-A44E-D82763D34456}" type="datetimeFigureOut">
              <a:rPr lang="fr-FR" smtClean="0"/>
              <a:t>27/11/2024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B9992E65-79C5-453A-91CA-1FF19EF85A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81411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AA646-EF72-4E93-A44E-D82763D34456}" type="datetimeFigureOut">
              <a:rPr lang="fr-FR" smtClean="0"/>
              <a:t>27/11/2024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92E65-79C5-453A-91CA-1FF19EF85A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2039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AA646-EF72-4E93-A44E-D82763D34456}" type="datetimeFigureOut">
              <a:rPr lang="fr-FR" smtClean="0"/>
              <a:t>27/11/2024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92E65-79C5-453A-91CA-1FF19EF85A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6592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AA646-EF72-4E93-A44E-D82763D34456}" type="datetimeFigureOut">
              <a:rPr lang="fr-FR" smtClean="0"/>
              <a:t>27/11/2024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92E65-79C5-453A-91CA-1FF19EF85A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0773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AA646-EF72-4E93-A44E-D82763D34456}" type="datetimeFigureOut">
              <a:rPr lang="fr-FR" smtClean="0"/>
              <a:t>27/11/2024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92E65-79C5-453A-91CA-1FF19EF85A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8710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AA646-EF72-4E93-A44E-D82763D34456}" type="datetimeFigureOut">
              <a:rPr lang="fr-FR" smtClean="0"/>
              <a:t>27/11/2024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92E65-79C5-453A-91CA-1FF19EF85A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0042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AA646-EF72-4E93-A44E-D82763D34456}" type="datetimeFigureOut">
              <a:rPr lang="fr-FR" smtClean="0"/>
              <a:t>27/11/2024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92E65-79C5-453A-91CA-1FF19EF85A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0799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AA646-EF72-4E93-A44E-D82763D34456}" type="datetimeFigureOut">
              <a:rPr lang="fr-FR" smtClean="0"/>
              <a:t>27/11/2024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92E65-79C5-453A-91CA-1FF19EF85A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6986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AA646-EF72-4E93-A44E-D82763D34456}" type="datetimeFigureOut">
              <a:rPr lang="fr-FR" smtClean="0"/>
              <a:t>27/11/2024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92E65-79C5-453A-91CA-1FF19EF85A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3785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AA646-EF72-4E93-A44E-D82763D34456}" type="datetimeFigureOut">
              <a:rPr lang="fr-FR" smtClean="0"/>
              <a:t>27/11/2024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92E65-79C5-453A-91CA-1FF19EF85A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4662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AA646-EF72-4E93-A44E-D82763D34456}" type="datetimeFigureOut">
              <a:rPr lang="fr-FR" smtClean="0"/>
              <a:t>27/11/2024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92E65-79C5-453A-91CA-1FF19EF85A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43139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AA646-EF72-4E93-A44E-D82763D34456}" type="datetimeFigureOut">
              <a:rPr lang="fr-FR" smtClean="0"/>
              <a:t>27/11/2024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92E65-79C5-453A-91CA-1FF19EF85A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08342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AA646-EF72-4E93-A44E-D82763D34456}" type="datetimeFigureOut">
              <a:rPr lang="fr-FR" smtClean="0"/>
              <a:t>27/11/2024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92E65-79C5-453A-91CA-1FF19EF85A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03121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AA646-EF72-4E93-A44E-D82763D34456}" type="datetimeFigureOut">
              <a:rPr lang="fr-FR" smtClean="0"/>
              <a:t>27/11/2024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92E65-79C5-453A-91CA-1FF19EF85A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95855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AA646-EF72-4E93-A44E-D82763D34456}" type="datetimeFigureOut">
              <a:rPr lang="fr-FR" smtClean="0"/>
              <a:t>27/11/2024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92E65-79C5-453A-91CA-1FF19EF85A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62507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AA646-EF72-4E93-A44E-D82763D34456}" type="datetimeFigureOut">
              <a:rPr lang="fr-FR" smtClean="0"/>
              <a:t>27/11/2024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92E65-79C5-453A-91CA-1FF19EF85A5C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4289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AA646-EF72-4E93-A44E-D82763D34456}" type="datetimeFigureOut">
              <a:rPr lang="fr-FR" smtClean="0"/>
              <a:t>27/11/2024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92E65-79C5-453A-91CA-1FF19EF85A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3793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2CAA646-EF72-4E93-A44E-D82763D34456}" type="datetimeFigureOut">
              <a:rPr lang="fr-FR" smtClean="0"/>
              <a:t>27/11/2024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9992E65-79C5-453A-91CA-1FF19EF85A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89355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41EFB2B-278B-7F68-BE6B-FAC0C85DFA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8498"/>
          <a:stretch/>
        </p:blipFill>
        <p:spPr>
          <a:xfrm>
            <a:off x="0" y="0"/>
            <a:ext cx="8132655" cy="67424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2092F81-A072-2009-3093-7DC6B6B586D4}"/>
              </a:ext>
            </a:extLst>
          </p:cNvPr>
          <p:cNvSpPr/>
          <p:nvPr/>
        </p:nvSpPr>
        <p:spPr>
          <a:xfrm>
            <a:off x="8132655" y="0"/>
            <a:ext cx="4059345" cy="2862322"/>
          </a:xfrm>
          <a:prstGeom prst="rect">
            <a:avLst/>
          </a:prstGeom>
          <a:solidFill>
            <a:srgbClr val="FFFF0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r-DZ" sz="3600" b="1" cap="none" spc="50" dirty="0">
                <a:ln w="0"/>
                <a:solidFill>
                  <a:sysClr val="windowText" lastClr="00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تجتمع العائلة حول مائدة الطعام ثلاث مرات يأخذ منها كل فرد ما  يحتاجه من أغذية رواتب غذائية (الكمية الغذائية)؟</a:t>
            </a:r>
            <a:endParaRPr lang="fr-FR" sz="3600" b="1" cap="none" spc="50" dirty="0">
              <a:ln w="0"/>
              <a:solidFill>
                <a:sysClr val="windowText" lastClr="000000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2F4E7F9-E3C4-5C6F-62C5-7A7451B55652}"/>
              </a:ext>
            </a:extLst>
          </p:cNvPr>
          <p:cNvSpPr txBox="1"/>
          <p:nvPr/>
        </p:nvSpPr>
        <p:spPr>
          <a:xfrm>
            <a:off x="8242998" y="3995678"/>
            <a:ext cx="3949002" cy="286232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 rtl="1"/>
            <a:r>
              <a:rPr lang="ar-DZ" sz="3600" dirty="0"/>
              <a:t>1-سجل ملاحظتك  حول الراتب الغذائي لكل فرد</a:t>
            </a:r>
          </a:p>
          <a:p>
            <a:pPr algn="r" rtl="1"/>
            <a:r>
              <a:rPr lang="ar-DZ" sz="3600" dirty="0"/>
              <a:t>2-حدد المعايير المتحكمة في هذه الرواتب</a:t>
            </a:r>
          </a:p>
          <a:p>
            <a:pPr algn="r" rtl="1"/>
            <a:r>
              <a:rPr lang="ar-DZ" sz="3600" dirty="0"/>
              <a:t>3-استنتج أنواع الرواتب.  </a:t>
            </a:r>
            <a:endParaRPr lang="fr-FR" sz="36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74D3FC8-DBCF-C727-E0B3-8CFA8A55E42E}"/>
              </a:ext>
            </a:extLst>
          </p:cNvPr>
          <p:cNvSpPr txBox="1"/>
          <p:nvPr/>
        </p:nvSpPr>
        <p:spPr>
          <a:xfrm>
            <a:off x="9013371" y="3104941"/>
            <a:ext cx="3074796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 rtl="1"/>
            <a:r>
              <a:rPr lang="ar-DZ" sz="4000" dirty="0">
                <a:solidFill>
                  <a:srgbClr val="FF0000"/>
                </a:solidFill>
              </a:rPr>
              <a:t>التعليمات</a:t>
            </a:r>
            <a:endParaRPr lang="fr-FR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9584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lipse 2">
            <a:extLst>
              <a:ext uri="{FF2B5EF4-FFF2-40B4-BE49-F238E27FC236}">
                <a16:creationId xmlns:a16="http://schemas.microsoft.com/office/drawing/2014/main" id="{F7DC975F-9165-FCA2-D4D8-403F0E72CAB0}"/>
              </a:ext>
            </a:extLst>
          </p:cNvPr>
          <p:cNvSpPr/>
          <p:nvPr/>
        </p:nvSpPr>
        <p:spPr>
          <a:xfrm>
            <a:off x="6973556" y="1175657"/>
            <a:ext cx="4571065" cy="3570608"/>
          </a:xfrm>
          <a:prstGeom prst="ellipse">
            <a:avLst/>
          </a:prstGeom>
          <a:solidFill>
            <a:srgbClr val="3FFF96"/>
          </a:solidFill>
          <a:ln w="76200">
            <a:solidFill>
              <a:srgbClr val="FF0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DZ" sz="4000" b="1" dirty="0"/>
              <a:t>أنشطة </a:t>
            </a:r>
            <a:r>
              <a:rPr lang="ar-DZ" sz="4000" b="1" dirty="0">
                <a:solidFill>
                  <a:srgbClr val="FF0000"/>
                </a:solidFill>
              </a:rPr>
              <a:t>لبناء</a:t>
            </a:r>
            <a:r>
              <a:rPr lang="ar-DZ" sz="4000" b="1" dirty="0"/>
              <a:t> المفاهيم الأساسية المساعدة على امتلاك المعارف</a:t>
            </a:r>
            <a:r>
              <a:rPr lang="ar-DZ" sz="2800" dirty="0"/>
              <a:t>.</a:t>
            </a:r>
            <a:endParaRPr lang="fr-FR" sz="2800" dirty="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2E164724-2C9A-4A37-FF76-3601802D79F2}"/>
              </a:ext>
            </a:extLst>
          </p:cNvPr>
          <p:cNvSpPr/>
          <p:nvPr/>
        </p:nvSpPr>
        <p:spPr>
          <a:xfrm>
            <a:off x="866470" y="1273132"/>
            <a:ext cx="4571065" cy="3570608"/>
          </a:xfrm>
          <a:prstGeom prst="ellipse">
            <a:avLst/>
          </a:prstGeom>
          <a:solidFill>
            <a:srgbClr val="3FFF96"/>
          </a:solidFill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DZ" sz="4800" b="1" dirty="0"/>
              <a:t>وضعيات بسيطة </a:t>
            </a:r>
            <a:r>
              <a:rPr lang="ar-DZ" sz="4800" b="1" dirty="0">
                <a:solidFill>
                  <a:srgbClr val="FF0000"/>
                </a:solidFill>
              </a:rPr>
              <a:t>لتوظيف</a:t>
            </a:r>
            <a:r>
              <a:rPr lang="ar-DZ" sz="4800" b="1" dirty="0"/>
              <a:t> المعارف</a:t>
            </a:r>
            <a:endParaRPr lang="fr-FR" sz="4800" b="1" dirty="0"/>
          </a:p>
        </p:txBody>
      </p:sp>
    </p:spTree>
    <p:extLst>
      <p:ext uri="{BB962C8B-B14F-4D97-AF65-F5344CB8AC3E}">
        <p14:creationId xmlns:p14="http://schemas.microsoft.com/office/powerpoint/2010/main" val="1885857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995CDAB-BDBB-0B52-A2FA-ED637C0CF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1" cy="6796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274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0614BF4-4032-B761-8492-C3F99D2E5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4902"/>
            <a:ext cx="12192000" cy="6882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873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6C9957D-8C46-0C05-5B45-31BAEC887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33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149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A90C001-27CC-74B1-E1A8-4E5C0E8E5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74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492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éleste">
  <a:themeElements>
    <a:clrScheme name="Jaune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élest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éleste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Céleste</Template>
  <TotalTime>18</TotalTime>
  <Words>52</Words>
  <Application>Microsoft Office PowerPoint</Application>
  <PresentationFormat>Grand écran</PresentationFormat>
  <Paragraphs>7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Céleste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2</cp:revision>
  <dcterms:created xsi:type="dcterms:W3CDTF">2024-11-12T08:06:36Z</dcterms:created>
  <dcterms:modified xsi:type="dcterms:W3CDTF">2024-11-26T23:11:36Z</dcterms:modified>
</cp:coreProperties>
</file>